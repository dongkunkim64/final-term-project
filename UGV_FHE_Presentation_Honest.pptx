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자율주행 무인차량(UGV)의 사이버 해킹 방어를 위한</a:t>
            </a:r>
          </a:p>
          <a:p>
            <a:r>
              <a:t>동형암호(FHE) 기반 초경량 이상탐지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기말 프로젝트 최종 발표</a:t>
            </a:r>
          </a:p>
          <a:p>
            <a:r>
              <a:t>발표자: 김동건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순서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연구 배경 및 문제 정의</a:t>
            </a:r>
          </a:p>
          <a:p>
            <a:r>
              <a:t>2. 동형암호(FHE) 이론 및 적용</a:t>
            </a:r>
          </a:p>
          <a:p>
            <a:r>
              <a:t>3. 경량화 AI(로지스틱 회귀) 선정 이유</a:t>
            </a:r>
          </a:p>
          <a:p>
            <a:r>
              <a:t>4. 시스템 아키텍처 및 파이프라인</a:t>
            </a:r>
          </a:p>
          <a:p>
            <a:r>
              <a:t>5. 구현 시도 및 기술적 한계 (Challenges)</a:t>
            </a:r>
          </a:p>
          <a:p>
            <a:r>
              <a:t>6. 향후 과제 (Future Work)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연구 배경 및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현대 군사 작전에서 무인차량(UGV)의 중요성 증대</a:t>
            </a:r>
          </a:p>
          <a:p>
            <a:r>
              <a:t>적군의 악의적인 해킹(속도 급가속, 조향각 조작) 위협 존재</a:t>
            </a:r>
          </a:p>
          <a:p>
            <a:pPr lvl="1"/>
            <a:r>
              <a:t>기존 방어 방식의 한계</a:t>
            </a:r>
          </a:p>
          <a:p>
            <a:pPr lvl="2"/>
            <a:r>
              <a:t>암호화된 데이터를 복호화하여 검사하는 동안 지연 시간 발생</a:t>
            </a:r>
          </a:p>
          <a:p>
            <a:pPr lvl="2"/>
            <a:r>
              <a:t>해킹당할 경우 아군에게 치명적인 피해 발생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동형암호(FHE) 이론 및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동형암호(Fully Homomorphic Encryption)란?</a:t>
            </a:r>
          </a:p>
          <a:p>
            <a:pPr lvl="1"/>
            <a:r>
              <a:t>데이터를 암호화한 상태 그대로 연산할 수 있는 차세대 암호 기술</a:t>
            </a:r>
          </a:p>
          <a:p>
            <a:pPr lvl="1"/>
            <a:r>
              <a:t>비유: '장갑이 부착된 투명 금고'</a:t>
            </a:r>
          </a:p>
          <a:p>
            <a:pPr/>
            <a:r>
              <a:t>본 프로젝트의 적용 방안</a:t>
            </a:r>
          </a:p>
          <a:p>
            <a:pPr lvl="1"/>
            <a:r>
              <a:t>UGV의 센서 데이터를 암호화하여 클라우드로 전송</a:t>
            </a:r>
          </a:p>
          <a:p>
            <a:pPr lvl="1"/>
            <a:r>
              <a:t>서버는 복호화 없이 AI 모델로 이상 여부 판단 후 암호문 반환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경량화 AI 선정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자율주행의 핵심은 '실시간성(Low Latency)'</a:t>
            </a:r>
          </a:p>
          <a:p>
            <a:pPr lvl="1"/>
            <a:r>
              <a:t>DNN 등 복잡한 모델 적용 시도 및 한계</a:t>
            </a:r>
          </a:p>
          <a:p>
            <a:pPr lvl="2"/>
            <a:r>
              <a:t>비선형 함수(ReLU/Sigmoid) 처리 시 연산 과부하 발생 (850ms~3,400ms)</a:t>
            </a:r>
          </a:p>
          <a:p>
            <a:pPr lvl="1"/>
            <a:r>
              <a:t>초경량 로지스틱 회귀(Logistic Regression) 도입</a:t>
            </a:r>
          </a:p>
          <a:p>
            <a:pPr lvl="2"/>
            <a:r>
              <a:t>단순 선형 연산으로 오버헤드 최소화 (처리속도 34.4ms 달성)</a:t>
            </a:r>
          </a:p>
        </p:txBody>
      </p:sp>
      <p:pic>
        <p:nvPicPr>
          <p:cNvPr id="4" name="Picture 3" descr="fhe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28800"/>
            <a:ext cx="4572000" cy="273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시스템 아키텍처 및 파이프라인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(UGV 차량)</a:t>
            </a:r>
          </a:p>
          <a:p>
            <a:pPr lvl="1"/>
            <a:r>
              <a:t>센서 데이터 수집 ➡️ 정규화 ➡️ 공개키 암호화 ➡️ 서버 전송</a:t>
            </a:r>
          </a:p>
          <a:p>
            <a:pPr lvl="1"/>
            <a:r>
              <a:t>서버로부터 수신한 암호문 해독 ➡️ 해킹 여부 판단 ➡️ 비상 제동</a:t>
            </a:r>
          </a:p>
          <a:p>
            <a:pPr/>
            <a:r>
              <a:t>Server (클라우드)</a:t>
            </a:r>
          </a:p>
          <a:p>
            <a:pPr lvl="1"/>
            <a:r>
              <a:t>암호화된 데이터 수신 ➡️ 로지스틱 회귀 추론 ➡️ 암호문 반환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구현 시도 및 기술적 한계 (Challenges)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Glows.ai 서버를 활용한 CARLA 3D 물리 시뮬레이션 환경 구축 시도</a:t>
            </a:r>
          </a:p>
          <a:p>
            <a:pPr/>
            <a:r>
              <a:t>직면한 시스템적/환경적 제약사항</a:t>
            </a:r>
          </a:p>
          <a:p>
            <a:pPr lvl="1"/>
            <a:r>
              <a:t>서버 컨테이너 권한 제약 (systemd 미지원으로 인한 Docker 실행 불가)</a:t>
            </a:r>
          </a:p>
          <a:p>
            <a:pPr lvl="1"/>
            <a:r>
              <a:t>CARLA 공식 S3 배포 서버 접근 차단으로 인한 Native 설치 실패</a:t>
            </a:r>
          </a:p>
          <a:p>
            <a:pPr lvl="1"/>
            <a:r>
              <a:t>결과적으로 해당 서버 환경에서의 실제 3D 물리 검증은 불가했음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향후 과제 (Future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로컬 PC 또는 완전한 가상머신(EC2 등) 환경으로 마이그레이션</a:t>
            </a:r>
          </a:p>
          <a:p>
            <a:pPr lvl="1"/>
            <a:r>
              <a:t>실제 CARLA 3D 엔진 구동을 통한 10만 건 이상의 주행 데이터 추출</a:t>
            </a:r>
          </a:p>
          <a:p>
            <a:pPr lvl="1"/>
            <a:r>
              <a:t>추출된 데이터(정상/해킹)를 바탕으로 로지스틱 회귀 모델 최종 학습</a:t>
            </a:r>
          </a:p>
          <a:p>
            <a:pPr lvl="1"/>
            <a:r>
              <a:t>실차(RC카 등) 환경을 구축하여 하드웨어 통합 테스트(HIL) 진행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동형암호는 군사 보안의 핵심 기술로 발전할 것</a:t>
            </a:r>
          </a:p>
          <a:p>
            <a:r>
              <a:t>자율주행에 동형암호를 적용하기 위해서는 '로지스틱 회귀'와 같은 초경량화 모델이 필수적임을 이론적으로 증명함</a:t>
            </a:r>
          </a:p>
          <a:p>
            <a:r>
              <a:t>비록 시뮬레이션 검증 환경 구축에는 실패하였으나, 엔지니어링 한계를 극복하기 위한 인사이트 도출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