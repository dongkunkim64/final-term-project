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군용 무인자율차량(UGV)의 실시간 해킹 탐지를 위한</a:t>
            </a:r>
          </a:p>
          <a:p>
            <a:r>
              <a:t>경량화 AI 및 동형암호 결합 프레임워크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프로그래밍 기말 프로젝트</a:t>
            </a:r>
          </a:p>
          <a:p>
            <a:r>
              <a:t>발표자: 김동건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 (Table of Contents)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연구의 배경 (자율주행 보안 위협)</a:t>
            </a:r>
          </a:p>
          <a:p>
            <a:r>
              <a:t>2. 동형암호의 이론적 배경</a:t>
            </a:r>
          </a:p>
          <a:p>
            <a:r>
              <a:t>3. 경량화 AI 모델 선정 (Why Logistic Regression?)</a:t>
            </a:r>
          </a:p>
          <a:p>
            <a:r>
              <a:t>4. 실험 환경 구성 (Glows.ai 및 CARLA)</a:t>
            </a:r>
          </a:p>
          <a:p>
            <a:r>
              <a:t>5. 전반적인 실험 파이프라인</a:t>
            </a:r>
          </a:p>
          <a:p>
            <a:r>
              <a:t>6. 실험 결과 및 시연</a:t>
            </a:r>
          </a:p>
          <a:p>
            <a:r>
              <a:t>7.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연구의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현대의 군사용 자율주행 차량(UGV)은 사이버 공격에 취약</a:t>
            </a:r>
          </a:p>
          <a:p>
            <a:r>
              <a:t>GPS 교란, 조향장치 탈취 등의 위협 존재</a:t>
            </a:r>
          </a:p>
          <a:p>
            <a:r>
              <a:t>아군 클라우드 서버조차 해킹될 수 있는 'Zero-Trust' 환경 대두</a:t>
            </a:r>
          </a:p>
          <a:p>
            <a:r>
              <a:t>해결책: 통신 감청과 서버 해킹을 원천 차단하는 '동형암호(FHE)' 도입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동형암호(FHE)의 이론적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일반 암호화 = '잠긴 철제 금고'</a:t>
            </a:r>
          </a:p>
          <a:p>
            <a:r>
              <a:t>분석을 위해 반드시 금고를 열어야 함 (복호화 시 유출 위험)</a:t>
            </a:r>
          </a:p>
          <a:p>
            <a:r>
              <a:t>완전동형암호(FHE) = '장갑 낀 투명 금고'</a:t>
            </a:r>
          </a:p>
          <a:p>
            <a:r>
              <a:t>금고를 열지 않고도 내부 데이터를 조작 및 연산 가능</a:t>
            </a:r>
          </a:p>
          <a:p>
            <a:r>
              <a:t>수학적 준동형성: E(A) + E(B) = E(A+B)</a:t>
            </a:r>
          </a:p>
          <a:p>
            <a:r>
              <a:t>데이터 이동 및 연산 전 과정에서 완벽한 기밀성(0% 유출) 보장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경량화 AI 모델 선정 (Why Logistic Regression?)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최신 딥러닝(DNN) 적용의 한계</a:t>
            </a:r>
          </a:p>
          <a:p>
            <a:pPr lvl="1"/>
            <a:r>
              <a:t>비선형 함수 연산으로 인해 곱셈 횟수가 폭발하여 극도로 느려짐</a:t>
            </a:r>
          </a:p>
          <a:p>
            <a:r>
              <a:t>로지스틱 회귀(Logistic Regression) 채택</a:t>
            </a:r>
          </a:p>
          <a:p>
            <a:pPr lvl="1"/>
            <a:r>
              <a:t>단순 선형 결합 구조로 곱셈 깊이(Multiplicative Depth) 최소화</a:t>
            </a:r>
          </a:p>
          <a:p>
            <a:pPr lvl="1"/>
            <a:r>
              <a:t>초경량화 설계로 자율주행 방어 마지노선(100ms) 돌파</a:t>
            </a:r>
          </a:p>
        </p:txBody>
      </p:sp>
      <p:pic>
        <p:nvPicPr>
          <p:cNvPr id="4" name="Picture 3" descr="fhe_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4572000" cy="2734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실험 환경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Glows.ai 고성능 클라우드 서버 활용</a:t>
            </a:r>
          </a:p>
          <a:p>
            <a:r>
              <a:t>CARLA 3D 물리 엔진 구동 및 대규모 데이터(10만 건) 추출</a:t>
            </a:r>
          </a:p>
          <a:p>
            <a:pPr lvl="1"/>
            <a:r>
              <a:t>데이터 분포 물리적 분석 (파란색: 정상 vs 빨간색: 해킹)</a:t>
            </a:r>
          </a:p>
          <a:p>
            <a:pPr lvl="2"/>
            <a:r>
              <a:t>[정상] 속도 50km/h 및 조향각 0(직진) 유지 안전 주행</a:t>
            </a:r>
          </a:p>
          <a:p>
            <a:pPr lvl="2"/>
            <a:r>
              <a:t>[해킹] 속도 85km/h 이상 과속 및 핸들 급조작(조향각 0.8)</a:t>
            </a:r>
          </a:p>
          <a:p>
            <a:pPr lvl="1"/>
            <a:r>
              <a:t>AI가 이 물리적 패턴 차이를 학습하여 즉각적인 방어 수행</a:t>
            </a:r>
          </a:p>
        </p:txBody>
      </p:sp>
      <p:pic>
        <p:nvPicPr>
          <p:cNvPr id="4" name="Picture 3" descr="glowsai_animated_graph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전반적인 실험 파이프라인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차량 (Client)</a:t>
            </a:r>
          </a:p>
          <a:p>
            <a:pPr lvl="1"/>
            <a:r>
              <a:t>CARLA 속 UGV 주행 데이터 수집 및 FHE 공개키 암호화</a:t>
            </a:r>
          </a:p>
          <a:p>
            <a:r>
              <a:t>2. 클라우드 (Server)</a:t>
            </a:r>
          </a:p>
          <a:p>
            <a:pPr lvl="1"/>
            <a:r>
              <a:t>암호문을 풀지 않고 경량화 모델로 해킹 여부 고속 연산</a:t>
            </a:r>
          </a:p>
          <a:p>
            <a:r>
              <a:t>3. 제어권 회수 (Client)</a:t>
            </a:r>
          </a:p>
          <a:p>
            <a:pPr lvl="1"/>
            <a:r>
              <a:t>결과 해독 후 해킹(1) 시 즉각 자율주행 제어권 강제 회수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실험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정확도 (Accuracy)</a:t>
            </a:r>
          </a:p>
          <a:p>
            <a:pPr lvl="1"/>
            <a:r>
              <a:t>암호화 전/후 모두 96%의 완벽한 해킹 탐지 정확도 유지</a:t>
            </a:r>
          </a:p>
          <a:p>
            <a:r>
              <a:t>실시간 방어 속도 (Latency)</a:t>
            </a:r>
          </a:p>
          <a:p>
            <a:pPr lvl="1"/>
            <a:r>
              <a:t>방대한 암호 연산에도 불구, 단 34.4ms(0.034초) 만에 탐지 완료</a:t>
            </a:r>
          </a:p>
        </p:txBody>
      </p:sp>
      <p:pic>
        <p:nvPicPr>
          <p:cNvPr id="4" name="Picture 3" descr="fhe_result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4572000" cy="18189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프로젝트의 학술적/실무적 의의</a:t>
            </a:r>
          </a:p>
          <a:p>
            <a:r>
              <a:t>'완전동형암호'를 '초경량화 AI'와 결합하는 엔지니어링적 최적화 성공</a:t>
            </a:r>
          </a:p>
          <a:p>
            <a:r>
              <a:t>군용 작전 데이터의 '절대적 기밀성(보안)' 달성</a:t>
            </a:r>
          </a:p>
          <a:p>
            <a:r>
              <a:t>차량 사고를 방지하는 '실시간성(속도)' 증명</a:t>
            </a:r>
          </a:p>
          <a:p>
            <a:r>
              <a:t>미래 자율주행 무기체계의 근본적인 사이버 방어 가이드라인 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