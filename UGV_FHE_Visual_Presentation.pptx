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자율주행 UGV 사이버 해킹 방어</a:t>
            </a:r>
          </a:p>
          <a:p>
            <a:r>
              <a:t>(FHE 초경량 모델 시연)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고려대학교 HCRL 공인 데이터셋 기반 시각적 검증</a:t>
            </a:r>
          </a:p>
          <a:p>
            <a:r>
              <a:t>발표자: 김동건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HCRL Car Hacking Dataset 추출 구조</a:t>
            </a:r>
          </a:p>
        </p:txBody>
      </p:sp>
      <p:pic>
        <p:nvPicPr>
          <p:cNvPr id="3" name="Picture 2" descr="hcrl_datase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실시간 RPM Spoofing 해킹 공격 데이터 시각화</a:t>
            </a:r>
          </a:p>
        </p:txBody>
      </p:sp>
      <p:pic>
        <p:nvPicPr>
          <p:cNvPr id="3" name="Picture 2" descr="hcrl_dynamic_attack_graph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FHE 기반 초저지연 방어 시뮬레이션 (동영상)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🎥 여기에 'fhe_effect_demonstration.mp4' 영상을 마우스로 드래그해서 넣어주세요.</a:t>
            </a:r>
          </a:p>
          <a:p>
            <a:r>
              <a:t>(파워포인트에서 자동 재생 및 전체화면 설정 권장)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최종 모델 검증: 정확도 및 초저지연(2.47ms)</a:t>
            </a:r>
          </a:p>
        </p:txBody>
      </p:sp>
      <p:pic>
        <p:nvPicPr>
          <p:cNvPr id="3" name="Picture 2" descr="fhe_hcrl_validation_animate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결론: HCRL 데이터셋 기반 시연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원본 노출 없는 동형암호의 절대적 보안성 시각적 입증</a:t>
            </a:r>
          </a:p>
          <a:p>
            <a:r>
              <a:t>초경량 로지스틱 회귀 모델로 추론 지연시간 2.47ms 달성 (초실시간성 확보)</a:t>
            </a:r>
          </a:p>
          <a:p>
            <a:r>
              <a:t>공인된 차량 해킹(RPM Spoofing) 공격을 즉각적으로 감지하고 방어(Braking) 성공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